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3429" r:id="rId5"/>
    <p:sldId id="3434" r:id="rId6"/>
    <p:sldId id="3423" r:id="rId7"/>
    <p:sldId id="3433" r:id="rId8"/>
    <p:sldId id="3430" r:id="rId9"/>
    <p:sldId id="3431" r:id="rId10"/>
    <p:sldId id="3432" r:id="rId11"/>
    <p:sldId id="3435" r:id="rId12"/>
    <p:sldId id="3436" r:id="rId13"/>
    <p:sldId id="3440" r:id="rId14"/>
    <p:sldId id="3437" r:id="rId15"/>
    <p:sldId id="3448" r:id="rId16"/>
    <p:sldId id="3438" r:id="rId17"/>
    <p:sldId id="3439" r:id="rId18"/>
    <p:sldId id="3441" r:id="rId19"/>
    <p:sldId id="3449" r:id="rId20"/>
    <p:sldId id="3442" r:id="rId21"/>
    <p:sldId id="3450" r:id="rId22"/>
    <p:sldId id="3444" r:id="rId23"/>
    <p:sldId id="3443" r:id="rId24"/>
    <p:sldId id="3445" r:id="rId25"/>
    <p:sldId id="3446" r:id="rId26"/>
    <p:sldId id="3447" r:id="rId27"/>
  </p:sldIdLst>
  <p:sldSz cx="9144000" cy="5143500" type="screen16x9"/>
  <p:notesSz cx="6807200" cy="9939338"/>
  <p:custDataLst>
    <p:tags r:id="rId30"/>
  </p:custDataLst>
  <p:defaultTextStyle>
    <a:defPPr>
      <a:defRPr lang="zh-CN"/>
    </a:defPPr>
    <a:lvl1pPr marL="0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0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2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2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63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04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45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85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26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6381"/>
    <a:srgbClr val="92D050"/>
    <a:srgbClr val="006D95"/>
    <a:srgbClr val="006A92"/>
    <a:srgbClr val="006D96"/>
    <a:srgbClr val="669900"/>
    <a:srgbClr val="3399FF"/>
    <a:srgbClr val="DFA3EF"/>
    <a:srgbClr val="076D93"/>
    <a:srgbClr val="0445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DE0CCD-64B9-498D-BB5B-29D30CD81755}" v="2" dt="2023-05-10T08:59:27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8" autoAdjust="0"/>
    <p:restoredTop sz="96242" autoAdjust="0"/>
  </p:normalViewPr>
  <p:slideViewPr>
    <p:cSldViewPr snapToGrid="0">
      <p:cViewPr varScale="1">
        <p:scale>
          <a:sx n="78" d="100"/>
          <a:sy n="78" d="100"/>
        </p:scale>
        <p:origin x="988" y="5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31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ags" Target="tags/tag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siang Hung - Wisdom Group" userId="b08a8851-6083-482b-bebe-98cd8360d93d" providerId="ADAL" clId="{F9DE0CCD-64B9-498D-BB5B-29D30CD81755}"/>
    <pc:docChg chg="custSel addSld modSld">
      <pc:chgData name="Hsiang Hung - Wisdom Group" userId="b08a8851-6083-482b-bebe-98cd8360d93d" providerId="ADAL" clId="{F9DE0CCD-64B9-498D-BB5B-29D30CD81755}" dt="2023-05-10T09:00:07.689" v="58" actId="1076"/>
      <pc:docMkLst>
        <pc:docMk/>
      </pc:docMkLst>
      <pc:sldChg chg="addSp delSp modSp mod">
        <pc:chgData name="Hsiang Hung - Wisdom Group" userId="b08a8851-6083-482b-bebe-98cd8360d93d" providerId="ADAL" clId="{F9DE0CCD-64B9-498D-BB5B-29D30CD81755}" dt="2023-05-10T09:00:07.689" v="58" actId="1076"/>
        <pc:sldMkLst>
          <pc:docMk/>
          <pc:sldMk cId="1825012941" sldId="3429"/>
        </pc:sldMkLst>
        <pc:spChg chg="mod">
          <ac:chgData name="Hsiang Hung - Wisdom Group" userId="b08a8851-6083-482b-bebe-98cd8360d93d" providerId="ADAL" clId="{F9DE0CCD-64B9-498D-BB5B-29D30CD81755}" dt="2023-05-10T08:55:29.853" v="51" actId="20577"/>
          <ac:spMkLst>
            <pc:docMk/>
            <pc:sldMk cId="1825012941" sldId="3429"/>
            <ac:spMk id="4" creationId="{6CFAC44A-4957-52AA-C906-5DBBCAC72DA3}"/>
          </ac:spMkLst>
        </pc:spChg>
        <pc:spChg chg="del mod">
          <ac:chgData name="Hsiang Hung - Wisdom Group" userId="b08a8851-6083-482b-bebe-98cd8360d93d" providerId="ADAL" clId="{F9DE0CCD-64B9-498D-BB5B-29D30CD81755}" dt="2023-05-10T08:50:14.080" v="3" actId="478"/>
          <ac:spMkLst>
            <pc:docMk/>
            <pc:sldMk cId="1825012941" sldId="3429"/>
            <ac:spMk id="5" creationId="{18BBC7F5-5E0D-D760-5B20-C0BC82CF817C}"/>
          </ac:spMkLst>
        </pc:spChg>
        <pc:picChg chg="add mod">
          <ac:chgData name="Hsiang Hung - Wisdom Group" userId="b08a8851-6083-482b-bebe-98cd8360d93d" providerId="ADAL" clId="{F9DE0CCD-64B9-498D-BB5B-29D30CD81755}" dt="2023-05-10T09:00:07.689" v="58" actId="1076"/>
          <ac:picMkLst>
            <pc:docMk/>
            <pc:sldMk cId="1825012941" sldId="3429"/>
            <ac:picMk id="6" creationId="{E364AAC0-55A7-D63C-22FE-0988024C425C}"/>
          </ac:picMkLst>
        </pc:picChg>
        <pc:picChg chg="del">
          <ac:chgData name="Hsiang Hung - Wisdom Group" userId="b08a8851-6083-482b-bebe-98cd8360d93d" providerId="ADAL" clId="{F9DE0CCD-64B9-498D-BB5B-29D30CD81755}" dt="2023-05-10T08:50:08.418" v="1" actId="478"/>
          <ac:picMkLst>
            <pc:docMk/>
            <pc:sldMk cId="1825012941" sldId="3429"/>
            <ac:picMk id="7" creationId="{50201AB1-BE2C-E068-102F-E8CEBA05FC8A}"/>
          </ac:picMkLst>
        </pc:picChg>
      </pc:sldChg>
      <pc:sldChg chg="add">
        <pc:chgData name="Hsiang Hung - Wisdom Group" userId="b08a8851-6083-482b-bebe-98cd8360d93d" providerId="ADAL" clId="{F9DE0CCD-64B9-498D-BB5B-29D30CD81755}" dt="2023-05-10T08:50:00.819" v="0"/>
        <pc:sldMkLst>
          <pc:docMk/>
          <pc:sldMk cId="1704620682" sldId="3434"/>
        </pc:sldMkLst>
      </pc:sldChg>
    </pc:docChg>
  </pc:docChgLst>
  <pc:docChgLst>
    <pc:chgData name="Hsiang Hung - Wisdom Group" userId="S::hsiang.hung@wisdom-financial.com::b08a8851-6083-482b-bebe-98cd8360d93d" providerId="AD" clId="Web-{B0B10600-C2B7-429C-010C-9027B9E2F33C}"/>
    <pc:docChg chg="modSld">
      <pc:chgData name="Hsiang Hung - Wisdom Group" userId="S::hsiang.hung@wisdom-financial.com::b08a8851-6083-482b-bebe-98cd8360d93d" providerId="AD" clId="Web-{B0B10600-C2B7-429C-010C-9027B9E2F33C}" dt="2022-08-31T02:52:41.513" v="56" actId="20577"/>
      <pc:docMkLst>
        <pc:docMk/>
      </pc:docMkLst>
      <pc:sldChg chg="addSp modSp">
        <pc:chgData name="Hsiang Hung - Wisdom Group" userId="S::hsiang.hung@wisdom-financial.com::b08a8851-6083-482b-bebe-98cd8360d93d" providerId="AD" clId="Web-{B0B10600-C2B7-429C-010C-9027B9E2F33C}" dt="2022-08-31T02:52:41.513" v="56" actId="20577"/>
        <pc:sldMkLst>
          <pc:docMk/>
          <pc:sldMk cId="1825012941" sldId="3429"/>
        </pc:sldMkLst>
        <pc:spChg chg="add mod">
          <ac:chgData name="Hsiang Hung - Wisdom Group" userId="S::hsiang.hung@wisdom-financial.com::b08a8851-6083-482b-bebe-98cd8360d93d" providerId="AD" clId="Web-{B0B10600-C2B7-429C-010C-9027B9E2F33C}" dt="2022-08-31T02:52:41.513" v="56" actId="20577"/>
          <ac:spMkLst>
            <pc:docMk/>
            <pc:sldMk cId="1825012941" sldId="3429"/>
            <ac:spMk id="4" creationId="{6CFAC44A-4957-52AA-C906-5DBBCAC72DA3}"/>
          </ac:spMkLst>
        </pc:spChg>
      </pc:sldChg>
    </pc:docChg>
  </pc:docChgLst>
  <pc:docChgLst>
    <pc:chgData name="Hsiang Hung - Wisdom Group" userId="b08a8851-6083-482b-bebe-98cd8360d93d" providerId="ADAL" clId="{8C28E77E-8BE7-4C1D-8E7B-DA2EDB5EAC5E}"/>
    <pc:docChg chg="undo redo custSel addSld delSld modSld">
      <pc:chgData name="Hsiang Hung - Wisdom Group" userId="b08a8851-6083-482b-bebe-98cd8360d93d" providerId="ADAL" clId="{8C28E77E-8BE7-4C1D-8E7B-DA2EDB5EAC5E}" dt="2022-09-01T07:09:28.252" v="475" actId="20577"/>
      <pc:docMkLst>
        <pc:docMk/>
      </pc:docMkLst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1667760528" sldId="333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1997261760" sldId="364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864403741" sldId="664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3227787859" sldId="3365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4145476486" sldId="3367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1302660790" sldId="3371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40967898" sldId="3376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2723365467" sldId="3377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1336949609" sldId="3379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1583321799" sldId="3384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4193337974" sldId="3387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3189049203" sldId="3389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3874473818" sldId="3390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4192583637" sldId="3391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2055772050" sldId="3393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1704852493" sldId="3395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2172912599" sldId="3398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2768217140" sldId="3404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4039769521" sldId="3406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787181866" sldId="3408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543478329" sldId="3410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2258445536" sldId="3411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1007007408" sldId="3412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468586719" sldId="3413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1864194992" sldId="3414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1327000113" sldId="3416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813263685" sldId="3417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366004058" sldId="3418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1141586993" sldId="3419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1136567304" sldId="3422"/>
        </pc:sldMkLst>
      </pc:sldChg>
      <pc:sldChg chg="add del">
        <pc:chgData name="Hsiang Hung - Wisdom Group" userId="b08a8851-6083-482b-bebe-98cd8360d93d" providerId="ADAL" clId="{8C28E77E-8BE7-4C1D-8E7B-DA2EDB5EAC5E}" dt="2022-09-01T07:06:42.804" v="457"/>
        <pc:sldMkLst>
          <pc:docMk/>
          <pc:sldMk cId="3517172524" sldId="3423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269932366" sldId="3426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2614593792" sldId="3427"/>
        </pc:sldMkLst>
      </pc:sldChg>
      <pc:sldChg chg="add del">
        <pc:chgData name="Hsiang Hung - Wisdom Group" userId="b08a8851-6083-482b-bebe-98cd8360d93d" providerId="ADAL" clId="{8C28E77E-8BE7-4C1D-8E7B-DA2EDB5EAC5E}" dt="2022-08-31T08:24:35.505" v="107" actId="47"/>
        <pc:sldMkLst>
          <pc:docMk/>
          <pc:sldMk cId="329304597" sldId="3428"/>
        </pc:sldMkLst>
      </pc:sldChg>
      <pc:sldChg chg="addSp delSp modSp add del mod">
        <pc:chgData name="Hsiang Hung - Wisdom Group" userId="b08a8851-6083-482b-bebe-98cd8360d93d" providerId="ADAL" clId="{8C28E77E-8BE7-4C1D-8E7B-DA2EDB5EAC5E}" dt="2022-09-01T07:09:28.252" v="475" actId="20577"/>
        <pc:sldMkLst>
          <pc:docMk/>
          <pc:sldMk cId="1825012941" sldId="3429"/>
        </pc:sldMkLst>
        <pc:spChg chg="add del mod">
          <ac:chgData name="Hsiang Hung - Wisdom Group" userId="b08a8851-6083-482b-bebe-98cd8360d93d" providerId="ADAL" clId="{8C28E77E-8BE7-4C1D-8E7B-DA2EDB5EAC5E}" dt="2022-09-01T07:03:05.962" v="304" actId="478"/>
          <ac:spMkLst>
            <pc:docMk/>
            <pc:sldMk cId="1825012941" sldId="3429"/>
            <ac:spMk id="3" creationId="{EA27E0B3-345E-07DE-F98F-3BBE7A24D87A}"/>
          </ac:spMkLst>
        </pc:spChg>
        <pc:spChg chg="mod">
          <ac:chgData name="Hsiang Hung - Wisdom Group" userId="b08a8851-6083-482b-bebe-98cd8360d93d" providerId="ADAL" clId="{8C28E77E-8BE7-4C1D-8E7B-DA2EDB5EAC5E}" dt="2022-09-01T07:09:28.252" v="475" actId="20577"/>
          <ac:spMkLst>
            <pc:docMk/>
            <pc:sldMk cId="1825012941" sldId="3429"/>
            <ac:spMk id="4" creationId="{6CFAC44A-4957-52AA-C906-5DBBCAC72DA3}"/>
          </ac:spMkLst>
        </pc:spChg>
        <pc:spChg chg="add mod">
          <ac:chgData name="Hsiang Hung - Wisdom Group" userId="b08a8851-6083-482b-bebe-98cd8360d93d" providerId="ADAL" clId="{8C28E77E-8BE7-4C1D-8E7B-DA2EDB5EAC5E}" dt="2022-09-01T07:05:21.426" v="454" actId="1076"/>
          <ac:spMkLst>
            <pc:docMk/>
            <pc:sldMk cId="1825012941" sldId="3429"/>
            <ac:spMk id="5" creationId="{18BBC7F5-5E0D-D760-5B20-C0BC82CF817C}"/>
          </ac:spMkLst>
        </pc:spChg>
        <pc:picChg chg="add del mod">
          <ac:chgData name="Hsiang Hung - Wisdom Group" userId="b08a8851-6083-482b-bebe-98cd8360d93d" providerId="ADAL" clId="{8C28E77E-8BE7-4C1D-8E7B-DA2EDB5EAC5E}" dt="2022-08-31T08:13:12.672" v="6" actId="478"/>
          <ac:picMkLst>
            <pc:docMk/>
            <pc:sldMk cId="1825012941" sldId="3429"/>
            <ac:picMk id="5" creationId="{527E7A5B-166C-4B9B-1275-04E91E8899B3}"/>
          </ac:picMkLst>
        </pc:picChg>
        <pc:picChg chg="add mod">
          <ac:chgData name="Hsiang Hung - Wisdom Group" userId="b08a8851-6083-482b-bebe-98cd8360d93d" providerId="ADAL" clId="{8C28E77E-8BE7-4C1D-8E7B-DA2EDB5EAC5E}" dt="2022-09-01T05:50:28.012" v="133" actId="1076"/>
          <ac:picMkLst>
            <pc:docMk/>
            <pc:sldMk cId="1825012941" sldId="3429"/>
            <ac:picMk id="7" creationId="{50201AB1-BE2C-E068-102F-E8CEBA05FC8A}"/>
          </ac:picMkLst>
        </pc:picChg>
      </pc:sldChg>
      <pc:sldChg chg="addSp delSp modSp add mod">
        <pc:chgData name="Hsiang Hung - Wisdom Group" userId="b08a8851-6083-482b-bebe-98cd8360d93d" providerId="ADAL" clId="{8C28E77E-8BE7-4C1D-8E7B-DA2EDB5EAC5E}" dt="2022-09-01T06:27:35.778" v="141" actId="478"/>
        <pc:sldMkLst>
          <pc:docMk/>
          <pc:sldMk cId="2268704749" sldId="3430"/>
        </pc:sldMkLst>
        <pc:spChg chg="add del mod">
          <ac:chgData name="Hsiang Hung - Wisdom Group" userId="b08a8851-6083-482b-bebe-98cd8360d93d" providerId="ADAL" clId="{8C28E77E-8BE7-4C1D-8E7B-DA2EDB5EAC5E}" dt="2022-09-01T05:48:52.509" v="121" actId="478"/>
          <ac:spMkLst>
            <pc:docMk/>
            <pc:sldMk cId="2268704749" sldId="3430"/>
            <ac:spMk id="3" creationId="{2E03A8D2-5005-FAB2-58C2-6785651CC801}"/>
          </ac:spMkLst>
        </pc:spChg>
        <pc:spChg chg="add del mod">
          <ac:chgData name="Hsiang Hung - Wisdom Group" userId="b08a8851-6083-482b-bebe-98cd8360d93d" providerId="ADAL" clId="{8C28E77E-8BE7-4C1D-8E7B-DA2EDB5EAC5E}" dt="2022-08-31T08:14:43.454" v="49" actId="478"/>
          <ac:spMkLst>
            <pc:docMk/>
            <pc:sldMk cId="2268704749" sldId="3430"/>
            <ac:spMk id="3" creationId="{4A219120-173A-84F1-4F1F-1BF8171CF582}"/>
          </ac:spMkLst>
        </pc:spChg>
        <pc:spChg chg="add del mod">
          <ac:chgData name="Hsiang Hung - Wisdom Group" userId="b08a8851-6083-482b-bebe-98cd8360d93d" providerId="ADAL" clId="{8C28E77E-8BE7-4C1D-8E7B-DA2EDB5EAC5E}" dt="2022-09-01T06:27:34.531" v="140" actId="478"/>
          <ac:spMkLst>
            <pc:docMk/>
            <pc:sldMk cId="2268704749" sldId="3430"/>
            <ac:spMk id="5" creationId="{E421BDBD-0C6C-97A9-BC6D-0B720F5485DC}"/>
          </ac:spMkLst>
        </pc:spChg>
        <pc:spChg chg="add del mod">
          <ac:chgData name="Hsiang Hung - Wisdom Group" userId="b08a8851-6083-482b-bebe-98cd8360d93d" providerId="ADAL" clId="{8C28E77E-8BE7-4C1D-8E7B-DA2EDB5EAC5E}" dt="2022-09-01T06:27:35.778" v="141" actId="478"/>
          <ac:spMkLst>
            <pc:docMk/>
            <pc:sldMk cId="2268704749" sldId="3430"/>
            <ac:spMk id="6" creationId="{C80C465B-DA0A-EFF1-1A6D-C3C8F9B8D70F}"/>
          </ac:spMkLst>
        </pc:spChg>
        <pc:spChg chg="add mod ord">
          <ac:chgData name="Hsiang Hung - Wisdom Group" userId="b08a8851-6083-482b-bebe-98cd8360d93d" providerId="ADAL" clId="{8C28E77E-8BE7-4C1D-8E7B-DA2EDB5EAC5E}" dt="2022-09-01T05:48:37.498" v="116" actId="1076"/>
          <ac:spMkLst>
            <pc:docMk/>
            <pc:sldMk cId="2268704749" sldId="3430"/>
            <ac:spMk id="9" creationId="{7C8A7B19-A4E7-F6DE-CA3F-3C406257F6FD}"/>
          </ac:spMkLst>
        </pc:spChg>
        <pc:picChg chg="add del mod">
          <ac:chgData name="Hsiang Hung - Wisdom Group" userId="b08a8851-6083-482b-bebe-98cd8360d93d" providerId="ADAL" clId="{8C28E77E-8BE7-4C1D-8E7B-DA2EDB5EAC5E}" dt="2022-08-31T08:16:56.816" v="60" actId="478"/>
          <ac:picMkLst>
            <pc:docMk/>
            <pc:sldMk cId="2268704749" sldId="3430"/>
            <ac:picMk id="5" creationId="{69DAC0AE-0A3E-2333-EAB1-0D4409E2EC1D}"/>
          </ac:picMkLst>
        </pc:picChg>
        <pc:picChg chg="add del mod modCrop">
          <ac:chgData name="Hsiang Hung - Wisdom Group" userId="b08a8851-6083-482b-bebe-98cd8360d93d" providerId="ADAL" clId="{8C28E77E-8BE7-4C1D-8E7B-DA2EDB5EAC5E}" dt="2022-08-31T08:17:25.370" v="70" actId="478"/>
          <ac:picMkLst>
            <pc:docMk/>
            <pc:sldMk cId="2268704749" sldId="3430"/>
            <ac:picMk id="6" creationId="{9AEE7676-9411-CD29-9AFB-4EAAD2FD8BF0}"/>
          </ac:picMkLst>
        </pc:picChg>
        <pc:picChg chg="mod">
          <ac:chgData name="Hsiang Hung - Wisdom Group" userId="b08a8851-6083-482b-bebe-98cd8360d93d" providerId="ADAL" clId="{8C28E77E-8BE7-4C1D-8E7B-DA2EDB5EAC5E}" dt="2022-08-31T08:17:11.868" v="66" actId="1076"/>
          <ac:picMkLst>
            <pc:docMk/>
            <pc:sldMk cId="2268704749" sldId="3430"/>
            <ac:picMk id="7" creationId="{50201AB1-BE2C-E068-102F-E8CEBA05FC8A}"/>
          </ac:picMkLst>
        </pc:picChg>
        <pc:picChg chg="add mod modCrop">
          <ac:chgData name="Hsiang Hung - Wisdom Group" userId="b08a8851-6083-482b-bebe-98cd8360d93d" providerId="ADAL" clId="{8C28E77E-8BE7-4C1D-8E7B-DA2EDB5EAC5E}" dt="2022-08-31T08:21:31.443" v="91" actId="732"/>
          <ac:picMkLst>
            <pc:docMk/>
            <pc:sldMk cId="2268704749" sldId="3430"/>
            <ac:picMk id="8" creationId="{CD02F1C9-D8C9-B36E-7E70-ED65075DA98B}"/>
          </ac:picMkLst>
        </pc:picChg>
      </pc:sldChg>
      <pc:sldChg chg="modSp add mod">
        <pc:chgData name="Hsiang Hung - Wisdom Group" userId="b08a8851-6083-482b-bebe-98cd8360d93d" providerId="ADAL" clId="{8C28E77E-8BE7-4C1D-8E7B-DA2EDB5EAC5E}" dt="2022-08-31T08:22:30.352" v="99"/>
        <pc:sldMkLst>
          <pc:docMk/>
          <pc:sldMk cId="1490588971" sldId="3431"/>
        </pc:sldMkLst>
        <pc:picChg chg="mod modCrop">
          <ac:chgData name="Hsiang Hung - Wisdom Group" userId="b08a8851-6083-482b-bebe-98cd8360d93d" providerId="ADAL" clId="{8C28E77E-8BE7-4C1D-8E7B-DA2EDB5EAC5E}" dt="2022-08-31T08:22:30.352" v="99"/>
          <ac:picMkLst>
            <pc:docMk/>
            <pc:sldMk cId="1490588971" sldId="3431"/>
            <ac:picMk id="8" creationId="{CD02F1C9-D8C9-B36E-7E70-ED65075DA98B}"/>
          </ac:picMkLst>
        </pc:picChg>
      </pc:sldChg>
      <pc:sldChg chg="addSp delSp modSp add mod">
        <pc:chgData name="Hsiang Hung - Wisdom Group" userId="b08a8851-6083-482b-bebe-98cd8360d93d" providerId="ADAL" clId="{8C28E77E-8BE7-4C1D-8E7B-DA2EDB5EAC5E}" dt="2022-09-01T06:27:38.689" v="143" actId="478"/>
        <pc:sldMkLst>
          <pc:docMk/>
          <pc:sldMk cId="1161530277" sldId="3432"/>
        </pc:sldMkLst>
        <pc:spChg chg="add del mod">
          <ac:chgData name="Hsiang Hung - Wisdom Group" userId="b08a8851-6083-482b-bebe-98cd8360d93d" providerId="ADAL" clId="{8C28E77E-8BE7-4C1D-8E7B-DA2EDB5EAC5E}" dt="2022-09-01T06:27:37.907" v="142" actId="478"/>
          <ac:spMkLst>
            <pc:docMk/>
            <pc:sldMk cId="1161530277" sldId="3432"/>
            <ac:spMk id="3" creationId="{24675A34-BDEB-2038-2475-158200452DF3}"/>
          </ac:spMkLst>
        </pc:spChg>
        <pc:spChg chg="add del mod">
          <ac:chgData name="Hsiang Hung - Wisdom Group" userId="b08a8851-6083-482b-bebe-98cd8360d93d" providerId="ADAL" clId="{8C28E77E-8BE7-4C1D-8E7B-DA2EDB5EAC5E}" dt="2022-09-01T06:27:38.689" v="143" actId="478"/>
          <ac:spMkLst>
            <pc:docMk/>
            <pc:sldMk cId="1161530277" sldId="3432"/>
            <ac:spMk id="5" creationId="{5517789A-EC62-7545-1032-0147F846A62B}"/>
          </ac:spMkLst>
        </pc:spChg>
        <pc:picChg chg="mod modCrop">
          <ac:chgData name="Hsiang Hung - Wisdom Group" userId="b08a8851-6083-482b-bebe-98cd8360d93d" providerId="ADAL" clId="{8C28E77E-8BE7-4C1D-8E7B-DA2EDB5EAC5E}" dt="2022-08-31T08:23:42.750" v="104"/>
          <ac:picMkLst>
            <pc:docMk/>
            <pc:sldMk cId="1161530277" sldId="3432"/>
            <ac:picMk id="8" creationId="{CD02F1C9-D8C9-B36E-7E70-ED65075DA98B}"/>
          </ac:picMkLst>
        </pc:picChg>
      </pc:sldChg>
      <pc:sldChg chg="add">
        <pc:chgData name="Hsiang Hung - Wisdom Group" userId="b08a8851-6083-482b-bebe-98cd8360d93d" providerId="ADAL" clId="{8C28E77E-8BE7-4C1D-8E7B-DA2EDB5EAC5E}" dt="2022-09-01T07:00:34.500" v="144"/>
        <pc:sldMkLst>
          <pc:docMk/>
          <pc:sldMk cId="3052845902" sldId="3433"/>
        </pc:sldMkLst>
      </pc:sldChg>
      <pc:sldChg chg="add del">
        <pc:chgData name="Hsiang Hung - Wisdom Group" userId="b08a8851-6083-482b-bebe-98cd8360d93d" providerId="ADAL" clId="{8C28E77E-8BE7-4C1D-8E7B-DA2EDB5EAC5E}" dt="2022-09-01T07:06:41.545" v="456" actId="47"/>
        <pc:sldMkLst>
          <pc:docMk/>
          <pc:sldMk cId="4201447082" sldId="3434"/>
        </pc:sldMkLst>
      </pc:sldChg>
      <pc:sldMasterChg chg="addSldLayout delSldLayout">
        <pc:chgData name="Hsiang Hung - Wisdom Group" userId="b08a8851-6083-482b-bebe-98cd8360d93d" providerId="ADAL" clId="{8C28E77E-8BE7-4C1D-8E7B-DA2EDB5EAC5E}" dt="2022-08-31T08:24:35.505" v="107" actId="47"/>
        <pc:sldMasterMkLst>
          <pc:docMk/>
          <pc:sldMasterMk cId="3795072685" sldId="2147483648"/>
        </pc:sldMasterMkLst>
        <pc:sldLayoutChg chg="add del">
          <pc:chgData name="Hsiang Hung - Wisdom Group" userId="b08a8851-6083-482b-bebe-98cd8360d93d" providerId="ADAL" clId="{8C28E77E-8BE7-4C1D-8E7B-DA2EDB5EAC5E}" dt="2022-08-31T08:24:35.505" v="107" actId="47"/>
          <pc:sldLayoutMkLst>
            <pc:docMk/>
            <pc:sldMasterMk cId="3795072685" sldId="2147483648"/>
            <pc:sldLayoutMk cId="3004918824" sldId="2147483706"/>
          </pc:sldLayoutMkLst>
        </pc:sldLayoutChg>
        <pc:sldLayoutChg chg="add del">
          <pc:chgData name="Hsiang Hung - Wisdom Group" userId="b08a8851-6083-482b-bebe-98cd8360d93d" providerId="ADAL" clId="{8C28E77E-8BE7-4C1D-8E7B-DA2EDB5EAC5E}" dt="2022-08-31T08:24:35.505" v="107" actId="47"/>
          <pc:sldLayoutMkLst>
            <pc:docMk/>
            <pc:sldMasterMk cId="3795072685" sldId="2147483648"/>
            <pc:sldLayoutMk cId="4247552757" sldId="214748370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533" cy="497969"/>
          </a:xfrm>
          <a:prstGeom prst="rect">
            <a:avLst/>
          </a:prstGeom>
        </p:spPr>
        <p:txBody>
          <a:bodyPr vert="horz" lIns="88313" tIns="44156" rIns="88313" bIns="44156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6146" y="1"/>
            <a:ext cx="2949532" cy="497969"/>
          </a:xfrm>
          <a:prstGeom prst="rect">
            <a:avLst/>
          </a:prstGeom>
        </p:spPr>
        <p:txBody>
          <a:bodyPr vert="horz" lIns="88313" tIns="44156" rIns="88313" bIns="44156" rtlCol="0"/>
          <a:lstStyle>
            <a:lvl1pPr algn="r">
              <a:defRPr sz="1200"/>
            </a:lvl1pPr>
          </a:lstStyle>
          <a:p>
            <a:fld id="{145530CB-E5D9-42D2-A7A0-C2CA838425CE}" type="datetimeFigureOut">
              <a:rPr lang="zh-TW" altLang="en-US" smtClean="0"/>
              <a:t>2024/5/20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1369"/>
            <a:ext cx="2949533" cy="497969"/>
          </a:xfrm>
          <a:prstGeom prst="rect">
            <a:avLst/>
          </a:prstGeom>
        </p:spPr>
        <p:txBody>
          <a:bodyPr vert="horz" lIns="88313" tIns="44156" rIns="88313" bIns="44156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6146" y="9441369"/>
            <a:ext cx="2949532" cy="497969"/>
          </a:xfrm>
          <a:prstGeom prst="rect">
            <a:avLst/>
          </a:prstGeom>
        </p:spPr>
        <p:txBody>
          <a:bodyPr vert="horz" lIns="88313" tIns="44156" rIns="88313" bIns="44156" rtlCol="0" anchor="b"/>
          <a:lstStyle>
            <a:lvl1pPr algn="r">
              <a:defRPr sz="1200"/>
            </a:lvl1pPr>
          </a:lstStyle>
          <a:p>
            <a:fld id="{CA65A430-AB95-4E2E-AABF-4E8E51955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503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49787" cy="496967"/>
          </a:xfrm>
          <a:prstGeom prst="rect">
            <a:avLst/>
          </a:prstGeom>
        </p:spPr>
        <p:txBody>
          <a:bodyPr vert="horz" lIns="91413" tIns="45706" rIns="91413" bIns="45706" rtlCol="0"/>
          <a:lstStyle>
            <a:lvl1pPr algn="l">
              <a:defRPr sz="1200">
                <a:latin typeface="微軟正黑體" panose="020B0604030504040204" pitchFamily="34" charset="-12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8" y="3"/>
            <a:ext cx="2949787" cy="496967"/>
          </a:xfrm>
          <a:prstGeom prst="rect">
            <a:avLst/>
          </a:prstGeom>
        </p:spPr>
        <p:txBody>
          <a:bodyPr vert="horz" lIns="91413" tIns="45706" rIns="91413" bIns="45706" rtlCol="0"/>
          <a:lstStyle>
            <a:lvl1pPr algn="r">
              <a:defRPr sz="1200">
                <a:latin typeface="微軟正黑體" panose="020B0604030504040204" pitchFamily="34" charset="-120"/>
              </a:defRPr>
            </a:lvl1pPr>
          </a:lstStyle>
          <a:p>
            <a:fld id="{D82A5992-9D73-4015-9385-ABE035416B29}" type="datetimeFigureOut">
              <a:rPr lang="zh-CN" altLang="en-US" smtClean="0"/>
              <a:pPr/>
              <a:t>2024/5/20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3" tIns="45706" rIns="91413" bIns="45706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13" tIns="45706" rIns="91413" bIns="45706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0649"/>
            <a:ext cx="2949787" cy="496967"/>
          </a:xfrm>
          <a:prstGeom prst="rect">
            <a:avLst/>
          </a:prstGeom>
        </p:spPr>
        <p:txBody>
          <a:bodyPr vert="horz" lIns="91413" tIns="45706" rIns="91413" bIns="45706" rtlCol="0" anchor="b"/>
          <a:lstStyle>
            <a:lvl1pPr algn="l">
              <a:defRPr sz="1200">
                <a:latin typeface="微軟正黑體" panose="020B0604030504040204" pitchFamily="34" charset="-12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838" y="9440649"/>
            <a:ext cx="2949787" cy="496967"/>
          </a:xfrm>
          <a:prstGeom prst="rect">
            <a:avLst/>
          </a:prstGeom>
        </p:spPr>
        <p:txBody>
          <a:bodyPr vert="horz" lIns="91413" tIns="45706" rIns="91413" bIns="45706" rtlCol="0" anchor="b"/>
          <a:lstStyle>
            <a:lvl1pPr algn="r">
              <a:defRPr sz="1200">
                <a:latin typeface="微軟正黑體" panose="020B0604030504040204" pitchFamily="34" charset="-120"/>
              </a:defRPr>
            </a:lvl1pPr>
          </a:lstStyle>
          <a:p>
            <a:fld id="{7795A699-AB68-4A20-99FB-6F69DC266D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34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82" rtl="0" eaLnBrk="1" latinLnBrk="0" hangingPunct="1">
      <a:defRPr sz="1200" kern="1200">
        <a:solidFill>
          <a:schemeClr val="tx1"/>
        </a:solidFill>
        <a:latin typeface="微軟正黑體" panose="020B0604030504040204" pitchFamily="34" charset="-120"/>
        <a:ea typeface="+mn-ea"/>
        <a:cs typeface="+mn-cs"/>
      </a:defRPr>
    </a:lvl1pPr>
    <a:lvl2pPr marL="457140" algn="l" defTabSz="914282" rtl="0" eaLnBrk="1" latinLnBrk="0" hangingPunct="1">
      <a:defRPr sz="1200" kern="1200">
        <a:solidFill>
          <a:schemeClr val="tx1"/>
        </a:solidFill>
        <a:latin typeface="微軟正黑體" panose="020B0604030504040204" pitchFamily="34" charset="-120"/>
        <a:ea typeface="+mn-ea"/>
        <a:cs typeface="+mn-cs"/>
      </a:defRPr>
    </a:lvl2pPr>
    <a:lvl3pPr marL="914282" algn="l" defTabSz="914282" rtl="0" eaLnBrk="1" latinLnBrk="0" hangingPunct="1">
      <a:defRPr sz="1200" kern="1200">
        <a:solidFill>
          <a:schemeClr val="tx1"/>
        </a:solidFill>
        <a:latin typeface="微軟正黑體" panose="020B0604030504040204" pitchFamily="34" charset="-120"/>
        <a:ea typeface="+mn-ea"/>
        <a:cs typeface="+mn-cs"/>
      </a:defRPr>
    </a:lvl3pPr>
    <a:lvl4pPr marL="1371422" algn="l" defTabSz="914282" rtl="0" eaLnBrk="1" latinLnBrk="0" hangingPunct="1">
      <a:defRPr sz="1200" kern="1200">
        <a:solidFill>
          <a:schemeClr val="tx1"/>
        </a:solidFill>
        <a:latin typeface="微軟正黑體" panose="020B0604030504040204" pitchFamily="34" charset="-120"/>
        <a:ea typeface="+mn-ea"/>
        <a:cs typeface="+mn-cs"/>
      </a:defRPr>
    </a:lvl4pPr>
    <a:lvl5pPr marL="1828563" algn="l" defTabSz="914282" rtl="0" eaLnBrk="1" latinLnBrk="0" hangingPunct="1">
      <a:defRPr sz="1200" kern="1200">
        <a:solidFill>
          <a:schemeClr val="tx1"/>
        </a:solidFill>
        <a:latin typeface="微軟正黑體" panose="020B0604030504040204" pitchFamily="34" charset="-120"/>
        <a:ea typeface="+mn-ea"/>
        <a:cs typeface="+mn-cs"/>
      </a:defRPr>
    </a:lvl5pPr>
    <a:lvl6pPr marL="2285704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45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85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26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n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627534"/>
            <a:ext cx="9144000" cy="451596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55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軟正黑體" panose="020B0604030504040204" pitchFamily="34" charset="-12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8B29EF-3E84-47B6-800E-FA5373DDB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948736-CB24-4FC7-B86E-2ACA9722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049368-4529-45DE-87C7-3C593B8AB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74904" y="4767264"/>
            <a:ext cx="2133600" cy="273844"/>
          </a:xfrm>
        </p:spPr>
        <p:txBody>
          <a:bodyPr/>
          <a:lstStyle/>
          <a:p>
            <a:fld id="{2EEFC946-6D13-4F8C-9740-992A906A613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961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627534"/>
            <a:ext cx="9144000" cy="4515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軟正黑體" panose="020B0604030504040204" pitchFamily="34" charset="-12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8B29EF-3E84-47B6-800E-FA5373DDB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948736-CB24-4FC7-B86E-2ACA9722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049368-4529-45DE-87C7-3C593B8AB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74904" y="4767264"/>
            <a:ext cx="2133600" cy="273844"/>
          </a:xfrm>
        </p:spPr>
        <p:txBody>
          <a:bodyPr/>
          <a:lstStyle/>
          <a:p>
            <a:fld id="{2EEFC946-6D13-4F8C-9740-992A906A613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751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20A269-C1C1-4731-AAC5-FA46497CD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774247E-B0C0-4C02-B5C1-4FB749B59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2DCF2B5-7AF3-4E9E-9270-E94E137D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8DFC5E9-7EDC-440D-88EF-2B86B699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09883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vert="horz" lIns="91428" tIns="45714" rIns="91428" bIns="45714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200151"/>
            <a:ext cx="8229600" cy="3394472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4767264"/>
            <a:ext cx="2133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4"/>
            <a:ext cx="2895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1" y="4767264"/>
            <a:ext cx="2133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</a:defRPr>
            </a:lvl1pPr>
          </a:lstStyle>
          <a:p>
            <a:fld id="{2EEFC946-6D13-4F8C-9740-992A906A613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07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1" r:id="rId2"/>
    <p:sldLayoutId id="2147483710" r:id="rId3"/>
  </p:sldLayoutIdLst>
  <p:transition/>
  <p:hf hdr="0" ftr="0" dt="0"/>
  <p:txStyles>
    <p:titleStyle>
      <a:lvl1pPr algn="ctr" defTabSz="914282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微軟正黑體" panose="020B0604030504040204" pitchFamily="34" charset="-120"/>
          <a:ea typeface="+mj-ea"/>
          <a:cs typeface="+mj-cs"/>
        </a:defRPr>
      </a:lvl1pPr>
    </p:titleStyle>
    <p:bodyStyle>
      <a:lvl1pPr marL="342855" indent="-342855" algn="l" defTabSz="914282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微軟正黑體" panose="020B0604030504040204" pitchFamily="34" charset="-120"/>
          <a:ea typeface="+mn-ea"/>
          <a:cs typeface="+mn-cs"/>
        </a:defRPr>
      </a:lvl1pPr>
      <a:lvl2pPr marL="742854" indent="-285713" algn="l" defTabSz="914282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微軟正黑體" panose="020B0604030504040204" pitchFamily="34" charset="-120"/>
          <a:ea typeface="+mn-ea"/>
          <a:cs typeface="+mn-cs"/>
        </a:defRPr>
      </a:lvl2pPr>
      <a:lvl3pPr marL="1142852" indent="-228570" algn="l" defTabSz="914282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+mn-ea"/>
          <a:cs typeface="+mn-cs"/>
        </a:defRPr>
      </a:lvl3pPr>
      <a:lvl4pPr marL="1599993" indent="-228570" algn="l" defTabSz="914282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微軟正黑體" panose="020B0604030504040204" pitchFamily="34" charset="-120"/>
          <a:ea typeface="+mn-ea"/>
          <a:cs typeface="+mn-cs"/>
        </a:defRPr>
      </a:lvl4pPr>
      <a:lvl5pPr marL="2057133" indent="-228570" algn="l" defTabSz="914282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微軟正黑體" panose="020B0604030504040204" pitchFamily="34" charset="-120"/>
          <a:ea typeface="+mn-ea"/>
          <a:cs typeface="+mn-cs"/>
        </a:defRPr>
      </a:lvl5pPr>
      <a:lvl6pPr marL="2514275" indent="-228570" algn="l" defTabSz="91428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15" indent="-228570" algn="l" defTabSz="91428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56" indent="-228570" algn="l" defTabSz="91428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97" indent="-228570" algn="l" defTabSz="91428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2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2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63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4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5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85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26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s.powerapps.com/play/e/default-234d1ed3-8a09-4350-890a-e3ab627eed1a/a/b567f2d3-55c1-46ec-a3eb-29547a54b632?tenantId=234d1ed3-8a09-4350-890a-e3ab627eed1a&amp;source=porta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s.powerapps.com/play/e/default-234d1ed3-8a09-4350-890a-e3ab627eed1a/a/29cb036c-83aa-49e2-9120-c6e1189e4f52?tenantId=234d1ed3-8a09-4350-890a-e3ab627eed1a&amp;source=porta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ps.powerapps.com/play/e/default-234d1ed3-8a09-4350-890a-e3ab627eed1a/a/9c7a6ee6-948e-4958-b9a9-e46b59e7563b?tenantId=234d1ed3-8a09-4350-890a-e3ab627eed1a&amp;source=porta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1</a:t>
            </a:fld>
            <a:endParaRPr lang="zh-CN" altLang="en-US"/>
          </a:p>
        </p:txBody>
      </p:sp>
      <p:sp>
        <p:nvSpPr>
          <p:cNvPr id="4" name="文本框 22">
            <a:extLst>
              <a:ext uri="{FF2B5EF4-FFF2-40B4-BE49-F238E27FC236}">
                <a16:creationId xmlns:a16="http://schemas.microsoft.com/office/drawing/2014/main" id="{6CFAC44A-4957-52AA-C906-5DBBCAC72DA3}"/>
              </a:ext>
            </a:extLst>
          </p:cNvPr>
          <p:cNvSpPr txBox="1"/>
          <p:nvPr/>
        </p:nvSpPr>
        <p:spPr>
          <a:xfrm>
            <a:off x="2390464" y="109526"/>
            <a:ext cx="4363119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ctr">
            <a:spAutoFit/>
          </a:bodyPr>
          <a:lstStyle/>
          <a:p>
            <a:pPr algn="ctr"/>
            <a:r>
              <a:rPr lang="en-US" altLang="zh-TW" b="1" dirty="0">
                <a:solidFill>
                  <a:schemeClr val="bg1"/>
                </a:solidFill>
              </a:rPr>
              <a:t>DDI Tools to Empower Your Workflow</a:t>
            </a:r>
          </a:p>
        </p:txBody>
      </p:sp>
      <p:pic>
        <p:nvPicPr>
          <p:cNvPr id="6" name="圖片 5" descr="一張含有 文字, 螢幕擷取畫面, 字型, 數字 的圖片">
            <a:extLst>
              <a:ext uri="{FF2B5EF4-FFF2-40B4-BE49-F238E27FC236}">
                <a16:creationId xmlns:a16="http://schemas.microsoft.com/office/drawing/2014/main" id="{E364AAC0-55A7-D63C-22FE-0988024C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2249"/>
            <a:ext cx="9144000" cy="431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012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4" name="文本框 22">
            <a:extLst>
              <a:ext uri="{FF2B5EF4-FFF2-40B4-BE49-F238E27FC236}">
                <a16:creationId xmlns:a16="http://schemas.microsoft.com/office/drawing/2014/main" id="{6CFAC44A-4957-52AA-C906-5DBBCAC72DA3}"/>
              </a:ext>
            </a:extLst>
          </p:cNvPr>
          <p:cNvSpPr txBox="1"/>
          <p:nvPr/>
        </p:nvSpPr>
        <p:spPr>
          <a:xfrm>
            <a:off x="2508951" y="109526"/>
            <a:ext cx="4126130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ctr">
            <a:spAutoFit/>
          </a:bodyPr>
          <a:lstStyle/>
          <a:p>
            <a:pPr algn="ctr"/>
            <a:r>
              <a:rPr lang="en-US" altLang="zh-TW" b="1" dirty="0">
                <a:solidFill>
                  <a:schemeClr val="bg1"/>
                </a:solidFill>
              </a:rPr>
              <a:t>DDI – </a:t>
            </a:r>
            <a:r>
              <a:rPr lang="en-GB" altLang="zh-TW" b="1" dirty="0">
                <a:solidFill>
                  <a:schemeClr val="bg1"/>
                </a:solidFill>
              </a:rPr>
              <a:t>What We have Solved for You</a:t>
            </a:r>
            <a:endParaRPr lang="en-US" altLang="zh-TW" b="1" dirty="0">
              <a:solidFill>
                <a:schemeClr val="bg1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0201AB1-BE2C-E068-102F-E8CEBA05F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198" y="654339"/>
            <a:ext cx="5947604" cy="438676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8BBC7F5-5E0D-D760-5B20-C0BC82CF817C}"/>
              </a:ext>
            </a:extLst>
          </p:cNvPr>
          <p:cNvSpPr txBox="1"/>
          <p:nvPr/>
        </p:nvSpPr>
        <p:spPr>
          <a:xfrm>
            <a:off x="451836" y="1001063"/>
            <a:ext cx="2292724" cy="369331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Counter Party Info</a:t>
            </a:r>
          </a:p>
          <a:p>
            <a:endParaRPr lang="en-GB" dirty="0"/>
          </a:p>
          <a:p>
            <a:r>
              <a:rPr lang="en-GB" dirty="0"/>
              <a:t>STP Quotes</a:t>
            </a:r>
          </a:p>
          <a:p>
            <a:endParaRPr lang="en-GB" dirty="0"/>
          </a:p>
          <a:p>
            <a:r>
              <a:rPr lang="en-GB" dirty="0"/>
              <a:t>Market Insight</a:t>
            </a:r>
          </a:p>
          <a:p>
            <a:endParaRPr lang="en-GB" dirty="0"/>
          </a:p>
          <a:p>
            <a:r>
              <a:rPr lang="en-GB" dirty="0"/>
              <a:t>Acct Mngt</a:t>
            </a:r>
          </a:p>
          <a:p>
            <a:endParaRPr lang="en-GB" dirty="0"/>
          </a:p>
          <a:p>
            <a:r>
              <a:rPr lang="en-GB" dirty="0"/>
              <a:t>Asset Mngt</a:t>
            </a:r>
          </a:p>
          <a:p>
            <a:endParaRPr lang="en-GB" dirty="0"/>
          </a:p>
          <a:p>
            <a:r>
              <a:rPr lang="en-GB" dirty="0"/>
              <a:t>Report</a:t>
            </a:r>
          </a:p>
          <a:p>
            <a:endParaRPr lang="en-GB" dirty="0"/>
          </a:p>
          <a:p>
            <a:r>
              <a:rPr lang="en-GB" dirty="0"/>
              <a:t>Risk Mngt</a:t>
            </a:r>
          </a:p>
        </p:txBody>
      </p:sp>
    </p:spTree>
    <p:extLst>
      <p:ext uri="{BB962C8B-B14F-4D97-AF65-F5344CB8AC3E}">
        <p14:creationId xmlns:p14="http://schemas.microsoft.com/office/powerpoint/2010/main" val="1704620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00753C9-8CC5-976E-A6B7-7F8518425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3" name="文本框 22">
            <a:extLst>
              <a:ext uri="{FF2B5EF4-FFF2-40B4-BE49-F238E27FC236}">
                <a16:creationId xmlns:a16="http://schemas.microsoft.com/office/drawing/2014/main" id="{E54F8DB7-7C69-CBB1-2E08-E6926D84A295}"/>
              </a:ext>
            </a:extLst>
          </p:cNvPr>
          <p:cNvSpPr txBox="1"/>
          <p:nvPr/>
        </p:nvSpPr>
        <p:spPr>
          <a:xfrm>
            <a:off x="3330355" y="-28973"/>
            <a:ext cx="2483309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cs typeface="+mn-ea"/>
                <a:sym typeface="+mn-lt"/>
              </a:rPr>
              <a:t>WISDOM DDI</a:t>
            </a:r>
          </a:p>
          <a:p>
            <a:pPr algn="ctr"/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Software application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BB2219C-DB45-FB77-3F37-3E3A2632FD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915" y="898526"/>
            <a:ext cx="2780693" cy="715209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4651B110-8BE1-980C-1B41-56A7D53883A8}"/>
              </a:ext>
            </a:extLst>
          </p:cNvPr>
          <p:cNvGrpSpPr/>
          <p:nvPr/>
        </p:nvGrpSpPr>
        <p:grpSpPr>
          <a:xfrm>
            <a:off x="473789" y="884508"/>
            <a:ext cx="798734" cy="715209"/>
            <a:chOff x="8044341" y="3008406"/>
            <a:chExt cx="1028660" cy="921092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357217A7-4268-95E4-CD27-397C9F702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06127" y="3008406"/>
              <a:ext cx="696630" cy="696630"/>
            </a:xfrm>
            <a:prstGeom prst="rect">
              <a:avLst/>
            </a:prstGeom>
          </p:spPr>
        </p:pic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ECC2D91F-AED2-AE16-8585-828E7696D88B}"/>
                </a:ext>
              </a:extLst>
            </p:cNvPr>
            <p:cNvSpPr txBox="1"/>
            <p:nvPr/>
          </p:nvSpPr>
          <p:spPr>
            <a:xfrm>
              <a:off x="8044341" y="3652499"/>
              <a:ext cx="1028660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zh-TW" sz="1200" b="1" dirty="0">
                  <a:solidFill>
                    <a:srgbClr val="201F1E"/>
                  </a:solidFill>
                  <a:ea typeface="新細明體"/>
                  <a:cs typeface="Segoe UI"/>
                </a:rPr>
                <a:t>Teams</a:t>
              </a:r>
            </a:p>
          </p:txBody>
        </p:sp>
      </p:grp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1C262FA4-1324-A380-BE19-18E58C339DC4}"/>
              </a:ext>
            </a:extLst>
          </p:cNvPr>
          <p:cNvCxnSpPr>
            <a:cxnSpLocks/>
          </p:cNvCxnSpPr>
          <p:nvPr/>
        </p:nvCxnSpPr>
        <p:spPr>
          <a:xfrm rot="5400000">
            <a:off x="6687749" y="-447282"/>
            <a:ext cx="0" cy="4092916"/>
          </a:xfrm>
          <a:prstGeom prst="line">
            <a:avLst/>
          </a:prstGeom>
          <a:ln w="31750" cap="rnd">
            <a:gradFill flip="none" rotWithShape="1">
              <a:gsLst>
                <a:gs pos="0">
                  <a:schemeClr val="accent1">
                    <a:lumMod val="45000"/>
                    <a:lumOff val="55000"/>
                    <a:alpha val="70000"/>
                  </a:schemeClr>
                </a:gs>
                <a:gs pos="53000">
                  <a:schemeClr val="accent1">
                    <a:lumMod val="45000"/>
                    <a:lumOff val="55000"/>
                    <a:alpha val="7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beve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圖片 13">
            <a:extLst>
              <a:ext uri="{FF2B5EF4-FFF2-40B4-BE49-F238E27FC236}">
                <a16:creationId xmlns:a16="http://schemas.microsoft.com/office/drawing/2014/main" id="{FCE4786B-338D-1365-DF97-057EA911F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761" y="2064859"/>
            <a:ext cx="4799709" cy="2945496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4EA831C8-E3A4-838E-453C-DE5EB2E01882}"/>
              </a:ext>
            </a:extLst>
          </p:cNvPr>
          <p:cNvSpPr txBox="1"/>
          <p:nvPr/>
        </p:nvSpPr>
        <p:spPr>
          <a:xfrm>
            <a:off x="4572000" y="986764"/>
            <a:ext cx="4241626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Clr>
                <a:schemeClr val="accent6">
                  <a:lumMod val="25000"/>
                </a:schemeClr>
              </a:buClr>
            </a:pPr>
            <a:r>
              <a:rPr lang="en-US" altLang="zh-TW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</a:rPr>
              <a:t>All applications are integrated with Teams, regardless of device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20301776-773D-CE42-294D-C96112BA3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5767" y="2064859"/>
            <a:ext cx="3308440" cy="297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172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4" name="文本框 22">
            <a:extLst>
              <a:ext uri="{FF2B5EF4-FFF2-40B4-BE49-F238E27FC236}">
                <a16:creationId xmlns:a16="http://schemas.microsoft.com/office/drawing/2014/main" id="{6CFAC44A-4957-52AA-C906-5DBBCAC72DA3}"/>
              </a:ext>
            </a:extLst>
          </p:cNvPr>
          <p:cNvSpPr txBox="1"/>
          <p:nvPr/>
        </p:nvSpPr>
        <p:spPr>
          <a:xfrm>
            <a:off x="3325963" y="109526"/>
            <a:ext cx="2492092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ctr">
            <a:spAutoFit/>
          </a:bodyPr>
          <a:lstStyle/>
          <a:p>
            <a:pPr algn="ctr"/>
            <a:r>
              <a:rPr lang="en-US" altLang="zh-TW" b="1" dirty="0">
                <a:solidFill>
                  <a:schemeClr val="bg1"/>
                </a:solidFill>
              </a:rPr>
              <a:t>DDI – WIT Road Map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0201AB1-BE2C-E068-102F-E8CEBA05F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198" y="654339"/>
            <a:ext cx="5947604" cy="438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845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4" name="文本框 22">
            <a:extLst>
              <a:ext uri="{FF2B5EF4-FFF2-40B4-BE49-F238E27FC236}">
                <a16:creationId xmlns:a16="http://schemas.microsoft.com/office/drawing/2014/main" id="{6CFAC44A-4957-52AA-C906-5DBBCAC72DA3}"/>
              </a:ext>
            </a:extLst>
          </p:cNvPr>
          <p:cNvSpPr txBox="1"/>
          <p:nvPr/>
        </p:nvSpPr>
        <p:spPr>
          <a:xfrm>
            <a:off x="3325963" y="109526"/>
            <a:ext cx="2492092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ctr">
            <a:spAutoFit/>
          </a:bodyPr>
          <a:lstStyle/>
          <a:p>
            <a:pPr algn="ctr"/>
            <a:r>
              <a:rPr lang="en-US" altLang="zh-TW" b="1" dirty="0">
                <a:solidFill>
                  <a:schemeClr val="bg1"/>
                </a:solidFill>
              </a:rPr>
              <a:t>DDI – WIT Road Map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0201AB1-BE2C-E068-102F-E8CEBA05F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198" y="654339"/>
            <a:ext cx="5947604" cy="438676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C8A7B19-A4E7-F6DE-CA3F-3C406257F6F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圖片 7">
            <a:hlinkClick r:id="rId3"/>
            <a:extLst>
              <a:ext uri="{FF2B5EF4-FFF2-40B4-BE49-F238E27FC236}">
                <a16:creationId xmlns:a16="http://schemas.microsoft.com/office/drawing/2014/main" id="{CD02F1C9-D8C9-B36E-7E70-ED65075DA9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0" t="20707" r="40363" b="29515"/>
          <a:stretch/>
        </p:blipFill>
        <p:spPr>
          <a:xfrm>
            <a:off x="1760560" y="1562669"/>
            <a:ext cx="3384645" cy="218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04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4" name="文本框 22">
            <a:extLst>
              <a:ext uri="{FF2B5EF4-FFF2-40B4-BE49-F238E27FC236}">
                <a16:creationId xmlns:a16="http://schemas.microsoft.com/office/drawing/2014/main" id="{6CFAC44A-4957-52AA-C906-5DBBCAC72DA3}"/>
              </a:ext>
            </a:extLst>
          </p:cNvPr>
          <p:cNvSpPr txBox="1"/>
          <p:nvPr/>
        </p:nvSpPr>
        <p:spPr>
          <a:xfrm>
            <a:off x="3325963" y="109526"/>
            <a:ext cx="2492092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ctr">
            <a:spAutoFit/>
          </a:bodyPr>
          <a:lstStyle/>
          <a:p>
            <a:pPr algn="ctr"/>
            <a:r>
              <a:rPr lang="en-US" altLang="zh-TW" b="1" dirty="0">
                <a:solidFill>
                  <a:schemeClr val="bg1"/>
                </a:solidFill>
              </a:rPr>
              <a:t>DDI – WIT Road Map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0201AB1-BE2C-E068-102F-E8CEBA05F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198" y="654339"/>
            <a:ext cx="5947604" cy="438676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C8A7B19-A4E7-F6DE-CA3F-3C406257F6F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圖片 7">
            <a:hlinkClick r:id="rId3"/>
            <a:extLst>
              <a:ext uri="{FF2B5EF4-FFF2-40B4-BE49-F238E27FC236}">
                <a16:creationId xmlns:a16="http://schemas.microsoft.com/office/drawing/2014/main" id="{CD02F1C9-D8C9-B36E-7E70-ED65075DA9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10" t="23507" r="1" b="52381"/>
          <a:stretch/>
        </p:blipFill>
        <p:spPr>
          <a:xfrm>
            <a:off x="5179324" y="1685499"/>
            <a:ext cx="2366477" cy="105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588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4" name="文本框 22">
            <a:extLst>
              <a:ext uri="{FF2B5EF4-FFF2-40B4-BE49-F238E27FC236}">
                <a16:creationId xmlns:a16="http://schemas.microsoft.com/office/drawing/2014/main" id="{6CFAC44A-4957-52AA-C906-5DBBCAC72DA3}"/>
              </a:ext>
            </a:extLst>
          </p:cNvPr>
          <p:cNvSpPr txBox="1"/>
          <p:nvPr/>
        </p:nvSpPr>
        <p:spPr>
          <a:xfrm>
            <a:off x="3325963" y="109526"/>
            <a:ext cx="2492092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ctr">
            <a:spAutoFit/>
          </a:bodyPr>
          <a:lstStyle/>
          <a:p>
            <a:pPr algn="ctr"/>
            <a:r>
              <a:rPr lang="en-US" altLang="zh-TW" b="1" dirty="0">
                <a:solidFill>
                  <a:schemeClr val="bg1"/>
                </a:solidFill>
              </a:rPr>
              <a:t>DDI – WIT Road Map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0201AB1-BE2C-E068-102F-E8CEBA05F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198" y="654339"/>
            <a:ext cx="5947604" cy="438676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C8A7B19-A4E7-F6DE-CA3F-3C406257F6F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圖片 7">
            <a:hlinkClick r:id="rId3"/>
            <a:extLst>
              <a:ext uri="{FF2B5EF4-FFF2-40B4-BE49-F238E27FC236}">
                <a16:creationId xmlns:a16="http://schemas.microsoft.com/office/drawing/2014/main" id="{CD02F1C9-D8C9-B36E-7E70-ED65075DA9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" t="74373" r="44839" b="161"/>
          <a:stretch/>
        </p:blipFill>
        <p:spPr>
          <a:xfrm>
            <a:off x="1740090" y="3916907"/>
            <a:ext cx="3138985" cy="111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30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8</a:t>
            </a:fld>
            <a:endParaRPr lang="zh-CN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364AAC0-55A7-D63C-22FE-0988024C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396" y="722249"/>
            <a:ext cx="8911207" cy="431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5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9</a:t>
            </a:fld>
            <a:endParaRPr lang="zh-CN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364AAC0-55A7-D63C-22FE-0988024C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396" y="722249"/>
            <a:ext cx="8911207" cy="431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438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10</a:t>
            </a:fld>
            <a:endParaRPr lang="zh-CN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364AAC0-55A7-D63C-22FE-0988024C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398" y="722249"/>
            <a:ext cx="8911203" cy="431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344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11</a:t>
            </a:fld>
            <a:endParaRPr lang="zh-CN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364AAC0-55A7-D63C-22FE-0988024C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397" y="722249"/>
            <a:ext cx="8911205" cy="431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752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12</a:t>
            </a:fld>
            <a:endParaRPr lang="zh-CN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364AAC0-55A7-D63C-22FE-0988024C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56384" y="722249"/>
            <a:ext cx="2031230" cy="431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943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13</a:t>
            </a:fld>
            <a:endParaRPr lang="zh-CN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364AAC0-55A7-D63C-22FE-0988024C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397" y="722249"/>
            <a:ext cx="8911205" cy="431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22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14</a:t>
            </a:fld>
            <a:endParaRPr lang="zh-CN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364AAC0-55A7-D63C-22FE-0988024C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398" y="722249"/>
            <a:ext cx="8911203" cy="431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817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15</a:t>
            </a:fld>
            <a:endParaRPr lang="zh-CN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364AAC0-55A7-D63C-22FE-0988024C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398" y="722249"/>
            <a:ext cx="8911203" cy="431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747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16</a:t>
            </a:fld>
            <a:endParaRPr lang="zh-CN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364AAC0-55A7-D63C-22FE-0988024C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57632" y="722249"/>
            <a:ext cx="2028734" cy="431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699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17</a:t>
            </a:fld>
            <a:endParaRPr lang="zh-CN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364AAC0-55A7-D63C-22FE-0988024C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399" y="722249"/>
            <a:ext cx="8911201" cy="431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505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18</a:t>
            </a:fld>
            <a:endParaRPr lang="zh-CN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364AAC0-55A7-D63C-22FE-0988024C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400" y="722249"/>
            <a:ext cx="8911199" cy="431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759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19</a:t>
            </a:fld>
            <a:endParaRPr lang="zh-CN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364AAC0-55A7-D63C-22FE-0988024C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399" y="722249"/>
            <a:ext cx="8911201" cy="431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895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20</a:t>
            </a:fld>
            <a:endParaRPr lang="zh-CN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364AAC0-55A7-D63C-22FE-0988024C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399" y="722249"/>
            <a:ext cx="8911201" cy="431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434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21</a:t>
            </a:fld>
            <a:endParaRPr lang="zh-CN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364AAC0-55A7-D63C-22FE-0988024C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400" y="722249"/>
            <a:ext cx="8911199" cy="431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18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22</a:t>
            </a:fld>
            <a:endParaRPr lang="zh-CN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364AAC0-55A7-D63C-22FE-0988024C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400" y="722249"/>
            <a:ext cx="8911199" cy="431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069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E1B1E-1D12-629F-CBF3-E6EF0DE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  <a:pPr/>
              <a:t>23</a:t>
            </a:fld>
            <a:endParaRPr lang="zh-CN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364AAC0-55A7-D63C-22FE-0988024C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401" y="722249"/>
            <a:ext cx="8911197" cy="431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1526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6"/>
</p:tagLst>
</file>

<file path=ppt/theme/theme1.xml><?xml version="1.0" encoding="utf-8"?>
<a:theme xmlns:a="http://schemas.openxmlformats.org/drawingml/2006/main" name="Office 主题​​">
  <a:themeElements>
    <a:clrScheme name="自定义 11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989B1"/>
      </a:accent1>
      <a:accent2>
        <a:srgbClr val="7F7F7F"/>
      </a:accent2>
      <a:accent3>
        <a:srgbClr val="0989B1"/>
      </a:accent3>
      <a:accent4>
        <a:srgbClr val="7F7F7F"/>
      </a:accent4>
      <a:accent5>
        <a:srgbClr val="0989B1"/>
      </a:accent5>
      <a:accent6>
        <a:srgbClr val="7F7F7F"/>
      </a:accent6>
      <a:hlink>
        <a:srgbClr val="6B9F25"/>
      </a:hlink>
      <a:folHlink>
        <a:srgbClr val="BA6906"/>
      </a:folHlink>
    </a:clrScheme>
    <a:fontScheme name="iykjgns0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36BC4FC6B0612E479A3383455C4A0744" ma:contentTypeVersion="9" ma:contentTypeDescription="建立新的文件。" ma:contentTypeScope="" ma:versionID="29f7a7ba13c88fb5337c377f90530255">
  <xsd:schema xmlns:xsd="http://www.w3.org/2001/XMLSchema" xmlns:xs="http://www.w3.org/2001/XMLSchema" xmlns:p="http://schemas.microsoft.com/office/2006/metadata/properties" xmlns:ns2="b4a909ab-a022-4a00-bad0-2915820c8160" xmlns:ns3="2bc7ce2f-f414-4ca9-b017-b2b2563348bd" targetNamespace="http://schemas.microsoft.com/office/2006/metadata/properties" ma:root="true" ma:fieldsID="8d7c99d65198cc8083e21f3f11fd813b" ns2:_="" ns3:_="">
    <xsd:import namespace="b4a909ab-a022-4a00-bad0-2915820c8160"/>
    <xsd:import namespace="2bc7ce2f-f414-4ca9-b017-b2b2563348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a909ab-a022-4a00-bad0-2915820c81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c7ce2f-f414-4ca9-b017-b2b2563348b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E61B8CD-1452-4E74-9D6B-032A4796D2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B95952-5434-49E9-8735-7FB3F7782519}">
  <ds:schemaRefs>
    <ds:schemaRef ds:uri="2bc7ce2f-f414-4ca9-b017-b2b2563348bd"/>
    <ds:schemaRef ds:uri="b4a909ab-a022-4a00-bad0-2915820c816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06082CE-DF25-4E08-A201-AD74AE292107}">
  <ds:schemaRefs>
    <ds:schemaRef ds:uri="http://schemas.microsoft.com/office/2006/metadata/properties"/>
    <ds:schemaRef ds:uri="http://www.w3.org/XML/1998/namespace"/>
    <ds:schemaRef ds:uri="http://purl.org/dc/dcmitype/"/>
    <ds:schemaRef ds:uri="http://purl.org/dc/terms/"/>
    <ds:schemaRef ds:uri="b4a909ab-a022-4a00-bad0-2915820c8160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2bc7ce2f-f414-4ca9-b017-b2b2563348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5728</TotalTime>
  <Words>86</Words>
  <Application>Microsoft Office PowerPoint</Application>
  <PresentationFormat>On-screen Show (16:9)</PresentationFormat>
  <Paragraphs>46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微軟正黑體</vt:lpstr>
      <vt:lpstr>新細明體</vt:lpstr>
      <vt:lpstr>Arial</vt:lpstr>
      <vt:lpstr>Calibri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030</dc:title>
  <dc:creator>Ethan</dc:creator>
  <cp:keywords>51PPT模板网</cp:keywords>
  <cp:lastModifiedBy>洪健翔</cp:lastModifiedBy>
  <cp:revision>92</cp:revision>
  <cp:lastPrinted>2021-08-27T05:49:25Z</cp:lastPrinted>
  <dcterms:created xsi:type="dcterms:W3CDTF">2014-11-09T01:07:25Z</dcterms:created>
  <dcterms:modified xsi:type="dcterms:W3CDTF">2024-05-20T01:20:41Z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0x01010036BC4FC6B0612E479A3383455C4A0744</vt:lpwstr>
  </property>
</Properties>
</file>